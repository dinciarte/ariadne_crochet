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7102475" cy="9388475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166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8CDC79-32D7-4BFC-81DA-043EA6333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BF4BB0-C8D9-4EED-91B2-DFA61E371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78AFB8-BA3E-4BB4-9E55-0805B877A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1E47E-B228-4BCC-96AF-6171857D9EA1}" type="datetimeFigureOut">
              <a:rPr lang="es-CL" smtClean="0"/>
              <a:t>02-12-2021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641BB7-F0EA-4EFE-BB95-B5C3C174A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B9A846-57E4-446C-84C6-94B95EA95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AB109-D89F-474B-A389-FCDCA96693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1288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CFA7FE-AF53-4AA5-8A6A-ED584AEE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53FB1F-14CA-46A2-9538-1F8AE03BB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4C666A-F796-4827-8FF7-CC856DD3E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1E47E-B228-4BCC-96AF-6171857D9EA1}" type="datetimeFigureOut">
              <a:rPr lang="es-CL" smtClean="0"/>
              <a:t>02-12-2021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2F4F29-05D5-485C-8778-29581BBD4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FBEF92-DEAC-40B6-BAEA-50E867C7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AB109-D89F-474B-A389-FCDCA96693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78103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90E8D0-2AFA-42DF-A923-74A7DA558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B0A612-C970-4A83-8D91-1FE6034F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3A784E-E3B1-4D61-8B78-6BF112082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1E47E-B228-4BCC-96AF-6171857D9EA1}" type="datetimeFigureOut">
              <a:rPr lang="es-CL" smtClean="0"/>
              <a:t>02-12-2021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9AD008-1F56-4B5C-9DF4-B2B037CEE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6C0B19-C27B-449B-9942-47721684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AB109-D89F-474B-A389-FCDCA96693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75803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B3996-3F17-4713-A157-FCF10340E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E463D8-C721-4FCF-BA81-3EC061087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8198C76-1C5B-4BB3-B795-FF5F05B54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070C21-E8B5-4964-84AC-B6561A982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1E47E-B228-4BCC-96AF-6171857D9EA1}" type="datetimeFigureOut">
              <a:rPr lang="es-CL" smtClean="0"/>
              <a:t>02-12-2021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9A96CA-8A61-40CA-8C7F-D4689E981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370BD9-9871-40B3-B83D-3CB44D699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AB109-D89F-474B-A389-FCDCA96693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373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58D6C-C3F6-4C2C-B308-BF9BF1B6D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AB4BD6-8C14-41F0-BD37-01876B80C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9FF925-8810-4944-862C-834E018E2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9AC29A9-35AC-4A4E-A7F9-2B657414A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F4AF720-6F94-4B23-92CE-681FC12C2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496F9A8-EAF5-4A26-833F-2EFA26A3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1E47E-B228-4BCC-96AF-6171857D9EA1}" type="datetimeFigureOut">
              <a:rPr lang="es-CL" smtClean="0"/>
              <a:t>02-12-2021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5A09AE6-2A89-4891-89E6-BE0839148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8C325F7-258D-4C9C-90CE-D585DB1BF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AB109-D89F-474B-A389-FCDCA96693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77593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8C7357-A4D8-4D42-BAEF-F6EBCD5CC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19D4509-032D-4BF3-B923-FF050742C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1E47E-B228-4BCC-96AF-6171857D9EA1}" type="datetimeFigureOut">
              <a:rPr lang="es-CL" smtClean="0"/>
              <a:t>02-12-2021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087493B-D68D-4845-AAA7-A0FCDD003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3DF9EE4-7BAE-40B7-8975-4E0D2ADB9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AB109-D89F-474B-A389-FCDCA96693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45753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49DC386-BB16-4D7D-98DA-0EF44CC0F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1E47E-B228-4BCC-96AF-6171857D9EA1}" type="datetimeFigureOut">
              <a:rPr lang="es-CL" smtClean="0"/>
              <a:t>02-12-2021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2BBD8C9-D402-4F54-9357-1EF785896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70429D-F48E-40B1-8E86-650BE446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AB109-D89F-474B-A389-FCDCA96693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01428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0E872B-2ED2-4F3F-9C4C-4BCA60192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25D6D0-355B-4A8A-B457-8DE15A9CD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0493869-7F7F-459D-8785-E57E64771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602F3B-8CDA-4A15-923C-BB12572AE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1E47E-B228-4BCC-96AF-6171857D9EA1}" type="datetimeFigureOut">
              <a:rPr lang="es-CL" smtClean="0"/>
              <a:t>02-12-2021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4960651-F84E-4984-A2D6-323D1985C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8B11F5-AFFD-4D4E-B882-11339E62C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AB109-D89F-474B-A389-FCDCA96693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598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CBE8F-2537-4A1D-AE5E-B5811891B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10A89F7-3203-43FA-B92B-13FFDF63A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B67294-B855-422A-B100-333717899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9322C4-E828-46B0-A17D-F389AF4D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1E47E-B228-4BCC-96AF-6171857D9EA1}" type="datetimeFigureOut">
              <a:rPr lang="es-CL" smtClean="0"/>
              <a:t>02-12-2021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7A334A-C8F7-41F5-96E3-1142DF655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AB9B42F-3B6D-4AE0-A280-8EF04E886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AB109-D89F-474B-A389-FCDCA96693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80200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71F606-75D7-4F4F-BB8A-DEB41889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918899-A0FE-4F47-B6CC-EA9DBFF5A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35F267-F680-4DC3-AB4C-BDAF87EF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1E47E-B228-4BCC-96AF-6171857D9EA1}" type="datetimeFigureOut">
              <a:rPr lang="es-CL" smtClean="0"/>
              <a:t>02-12-2021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E95F8A-DE03-463B-A4F2-94B286853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E458D1-3D90-4704-B6C6-3ACFE39B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AB109-D89F-474B-A389-FCDCA96693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7787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1AD45EA-F429-4201-A982-9B0AC19927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9ADC5F-1D3A-41FD-B584-A733F4D19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AF5324-52B8-447B-9388-693FE36C6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1E47E-B228-4BCC-96AF-6171857D9EA1}" type="datetimeFigureOut">
              <a:rPr lang="es-CL" smtClean="0"/>
              <a:t>02-12-2021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D1EF06-68DD-44FE-9F78-014A0FB04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4F3E9E-178B-45C6-885C-14457A795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AB109-D89F-474B-A389-FCDCA96693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270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4113814-CA37-460A-B0AE-8E093D1F4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9105D1-26A3-4673-8D1D-014976E16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BDEB5D-C728-4267-BA4E-DC9C3E0F3C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1E47E-B228-4BCC-96AF-6171857D9EA1}" type="datetimeFigureOut">
              <a:rPr lang="es-CL" smtClean="0"/>
              <a:t>02-12-2021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14F98A-C525-466A-B956-AFE52BF2B9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368290-D44B-4414-BCC0-5663BBE97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AB109-D89F-474B-A389-FCDCA96693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57093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596B3FA-E515-49E5-9A2F-647E62A4D94C}"/>
              </a:ext>
            </a:extLst>
          </p:cNvPr>
          <p:cNvSpPr txBox="1"/>
          <p:nvPr/>
        </p:nvSpPr>
        <p:spPr>
          <a:xfrm>
            <a:off x="1064211" y="1695635"/>
            <a:ext cx="420912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Goudy Old Style" panose="02020502050305020303" pitchFamily="18" charset="0"/>
              </a:rPr>
              <a:t>Bienvenido a casa</a:t>
            </a:r>
          </a:p>
          <a:p>
            <a:pPr algn="just"/>
            <a:endParaRPr lang="es-MX" sz="1200" dirty="0">
              <a:latin typeface="Gotham XLight" pitchFamily="50" charset="0"/>
            </a:endParaRPr>
          </a:p>
          <a:p>
            <a:pPr algn="just"/>
            <a:r>
              <a:rPr lang="es-MX" sz="1400" dirty="0">
                <a:latin typeface="Bradley Hand ITC" panose="03070402050302030203" pitchFamily="66" charset="0"/>
              </a:rPr>
              <a:t>      Gracias por adoptar a esta polilla personalizada hecha a mano y creado solo para ti por Ariadne Crochet, cada artículo es especial, único y hecho con amor; con eso en mente, por favor, maneja tu nueva figura con cuidado es delicada con elementos cosidos a mano y el cambio de ropa se debe hacer con paciencia.</a:t>
            </a:r>
          </a:p>
          <a:p>
            <a:pPr algn="just"/>
            <a:endParaRPr lang="es-MX" sz="1400" dirty="0">
              <a:latin typeface="Bradley Hand ITC" panose="03070402050302030203" pitchFamily="66" charset="0"/>
            </a:endParaRPr>
          </a:p>
          <a:p>
            <a:pPr algn="just"/>
            <a:r>
              <a:rPr lang="es-MX" sz="1400" dirty="0">
                <a:latin typeface="Bradley Hand ITC" panose="03070402050302030203" pitchFamily="66" charset="0"/>
              </a:rPr>
              <a:t>     Disfruta de tu nueva adición, me encantaría que este contigo para siempre.</a:t>
            </a:r>
          </a:p>
          <a:p>
            <a:pPr algn="just"/>
            <a:endParaRPr lang="es-MX" sz="1400" dirty="0">
              <a:latin typeface="Bradley Hand ITC" panose="03070402050302030203" pitchFamily="66" charset="0"/>
            </a:endParaRPr>
          </a:p>
          <a:p>
            <a:pPr algn="just"/>
            <a:r>
              <a:rPr lang="es-MX" sz="1400" dirty="0">
                <a:latin typeface="Bradley Hand ITC" panose="03070402050302030203" pitchFamily="66" charset="0"/>
              </a:rPr>
              <a:t>Nombre:      </a:t>
            </a:r>
            <a:r>
              <a:rPr lang="es-MX" sz="1400" b="1" dirty="0">
                <a:latin typeface="Bradley Hand ITC" panose="03070402050302030203" pitchFamily="66" charset="0"/>
              </a:rPr>
              <a:t>Ingvar</a:t>
            </a:r>
          </a:p>
          <a:p>
            <a:pPr algn="just"/>
            <a:endParaRPr lang="es-MX" sz="1400" dirty="0">
              <a:latin typeface="Bradley Hand ITC" panose="03070402050302030203" pitchFamily="66" charset="0"/>
            </a:endParaRPr>
          </a:p>
          <a:p>
            <a:pPr algn="just"/>
            <a:r>
              <a:rPr lang="es-MX" sz="1400" dirty="0">
                <a:latin typeface="Bradley Hand ITC" panose="03070402050302030203" pitchFamily="66" charset="0"/>
              </a:rPr>
              <a:t>Salida de crisálida:  </a:t>
            </a:r>
            <a:r>
              <a:rPr lang="es-MX" sz="1400" b="1" dirty="0">
                <a:latin typeface="Bradley Hand ITC" panose="03070402050302030203" pitchFamily="66" charset="0"/>
              </a:rPr>
              <a:t>6/11/2021</a:t>
            </a:r>
            <a:endParaRPr lang="es-CL" sz="1400" b="1" dirty="0">
              <a:latin typeface="Bradley Hand ITC" panose="03070402050302030203" pitchFamily="66" charset="0"/>
            </a:endParaRPr>
          </a:p>
        </p:txBody>
      </p:sp>
      <p:pic>
        <p:nvPicPr>
          <p:cNvPr id="8" name="Imagen 7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7C8142F7-1143-464D-880A-B891422CE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429" y="0"/>
            <a:ext cx="3023892" cy="2551061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E8F3EBDE-B44B-4A3A-A484-F2AA26F5C6C9}"/>
              </a:ext>
            </a:extLst>
          </p:cNvPr>
          <p:cNvCxnSpPr/>
          <p:nvPr/>
        </p:nvCxnSpPr>
        <p:spPr>
          <a:xfrm>
            <a:off x="1837678" y="4696287"/>
            <a:ext cx="102093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n 10">
            <a:extLst>
              <a:ext uri="{FF2B5EF4-FFF2-40B4-BE49-F238E27FC236}">
                <a16:creationId xmlns:a16="http://schemas.microsoft.com/office/drawing/2014/main" id="{5C4E4ADF-12B4-4381-961A-9C2903046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069" y="5156268"/>
            <a:ext cx="1030313" cy="6097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BFC78FD7-C8FC-46F5-8C22-8D27424C443D}"/>
              </a:ext>
            </a:extLst>
          </p:cNvPr>
          <p:cNvSpPr/>
          <p:nvPr/>
        </p:nvSpPr>
        <p:spPr>
          <a:xfrm>
            <a:off x="781235" y="363984"/>
            <a:ext cx="4749553" cy="62321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52881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930FD1DD-F803-464E-A144-84A5239E0C2C}"/>
              </a:ext>
            </a:extLst>
          </p:cNvPr>
          <p:cNvGrpSpPr/>
          <p:nvPr/>
        </p:nvGrpSpPr>
        <p:grpSpPr>
          <a:xfrm>
            <a:off x="781235" y="0"/>
            <a:ext cx="4988194" cy="6444343"/>
            <a:chOff x="781235" y="0"/>
            <a:chExt cx="4705165" cy="5981682"/>
          </a:xfrm>
        </p:grpSpPr>
        <p:pic>
          <p:nvPicPr>
            <p:cNvPr id="4" name="Imagen 3" descr="Logotipo, nombre de la empresa&#10;&#10;Descripción generada automáticamente">
              <a:extLst>
                <a:ext uri="{FF2B5EF4-FFF2-40B4-BE49-F238E27FC236}">
                  <a16:creationId xmlns:a16="http://schemas.microsoft.com/office/drawing/2014/main" id="{DA03637B-9EA4-45DB-9C9C-FC8A31BEC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9429" y="0"/>
              <a:ext cx="3023892" cy="2551061"/>
            </a:xfrm>
            <a:prstGeom prst="rect">
              <a:avLst/>
            </a:prstGeom>
          </p:spPr>
        </p:pic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FFD0C923-4727-44E0-B3E0-F5A0B1372BBA}"/>
                </a:ext>
              </a:extLst>
            </p:cNvPr>
            <p:cNvSpPr/>
            <p:nvPr/>
          </p:nvSpPr>
          <p:spPr>
            <a:xfrm>
              <a:off x="781235" y="363985"/>
              <a:ext cx="4705165" cy="56176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8A06935E-8DAF-4480-865D-992699DDF025}"/>
                </a:ext>
              </a:extLst>
            </p:cNvPr>
            <p:cNvSpPr txBox="1"/>
            <p:nvPr/>
          </p:nvSpPr>
          <p:spPr>
            <a:xfrm>
              <a:off x="1064211" y="1695635"/>
              <a:ext cx="4209126" cy="33239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600" b="1" dirty="0">
                  <a:latin typeface="Goudy Old Style" panose="02020502050305020303" pitchFamily="18" charset="0"/>
                </a:rPr>
                <a:t>Bienvenido a casa</a:t>
              </a:r>
            </a:p>
            <a:p>
              <a:pPr algn="just"/>
              <a:endParaRPr lang="es-MX" sz="1200" dirty="0">
                <a:latin typeface="Gotham XLight" pitchFamily="50" charset="0"/>
              </a:endParaRPr>
            </a:p>
            <a:p>
              <a:pPr algn="just"/>
              <a:r>
                <a:rPr lang="es-MX" sz="1400" dirty="0">
                  <a:latin typeface="Bradley Hand ITC" panose="03070402050302030203" pitchFamily="66" charset="0"/>
                </a:rPr>
                <a:t>      Gracias por adoptar a esta polilla personalizada hecha a mano y creado solo para ti por Ariadne Crochet, cada artículo es especial, único y hecho con amor; con eso en mente, por favor, maneja tu nueva figura con cuidado es delicada con elementos cosidos a mano.</a:t>
              </a:r>
            </a:p>
            <a:p>
              <a:pPr algn="just"/>
              <a:endParaRPr lang="es-MX" sz="1400" dirty="0">
                <a:latin typeface="Bradley Hand ITC" panose="03070402050302030203" pitchFamily="66" charset="0"/>
              </a:endParaRPr>
            </a:p>
            <a:p>
              <a:pPr algn="just"/>
              <a:r>
                <a:rPr lang="es-MX" sz="1400" dirty="0">
                  <a:latin typeface="Bradley Hand ITC" panose="03070402050302030203" pitchFamily="66" charset="0"/>
                </a:rPr>
                <a:t>     Disfruta de tu nueva adición, me encantaría que este contigo para siempre.</a:t>
              </a:r>
            </a:p>
            <a:p>
              <a:pPr algn="just"/>
              <a:endParaRPr lang="es-MX" sz="1400" dirty="0">
                <a:latin typeface="Bradley Hand ITC" panose="03070402050302030203" pitchFamily="66" charset="0"/>
              </a:endParaRPr>
            </a:p>
            <a:p>
              <a:pPr algn="just"/>
              <a:r>
                <a:rPr lang="es-MX" sz="1400" dirty="0">
                  <a:latin typeface="Bradley Hand ITC" panose="03070402050302030203" pitchFamily="66" charset="0"/>
                </a:rPr>
                <a:t>Nombre:      </a:t>
              </a:r>
              <a:r>
                <a:rPr lang="es-MX" sz="1400" b="1" dirty="0" err="1">
                  <a:latin typeface="Bradley Hand ITC" panose="03070402050302030203" pitchFamily="66" charset="0"/>
                </a:rPr>
                <a:t>Div</a:t>
              </a:r>
              <a:endParaRPr lang="es-MX" sz="1400" b="1" dirty="0">
                <a:latin typeface="Bradley Hand ITC" panose="03070402050302030203" pitchFamily="66" charset="0"/>
              </a:endParaRPr>
            </a:p>
            <a:p>
              <a:pPr algn="just"/>
              <a:endParaRPr lang="es-MX" sz="1400" dirty="0">
                <a:latin typeface="Bradley Hand ITC" panose="03070402050302030203" pitchFamily="66" charset="0"/>
              </a:endParaRPr>
            </a:p>
            <a:p>
              <a:pPr algn="just"/>
              <a:r>
                <a:rPr lang="es-MX" sz="1400" dirty="0">
                  <a:latin typeface="Bradley Hand ITC" panose="03070402050302030203" pitchFamily="66" charset="0"/>
                </a:rPr>
                <a:t>Salida de crisálida:  </a:t>
              </a:r>
              <a:r>
                <a:rPr lang="es-MX" sz="1400" b="1" dirty="0">
                  <a:latin typeface="Bradley Hand ITC" panose="03070402050302030203" pitchFamily="66" charset="0"/>
                </a:rPr>
                <a:t>1/12/2021</a:t>
              </a:r>
              <a:endParaRPr lang="es-CL" sz="1400" b="1" dirty="0">
                <a:latin typeface="Bradley Hand ITC" panose="03070402050302030203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50743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168</Words>
  <Application>Microsoft Office PowerPoint</Application>
  <PresentationFormat>Panorámica</PresentationFormat>
  <Paragraphs>18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Arial</vt:lpstr>
      <vt:lpstr>Bradley Hand ITC</vt:lpstr>
      <vt:lpstr>Calibri</vt:lpstr>
      <vt:lpstr>Calibri Light</vt:lpstr>
      <vt:lpstr>Gotham XLight</vt:lpstr>
      <vt:lpstr>Goudy Old Style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zurait higuera</dc:creator>
  <cp:lastModifiedBy>zurait higuera</cp:lastModifiedBy>
  <cp:revision>4</cp:revision>
  <cp:lastPrinted>2021-12-02T19:15:21Z</cp:lastPrinted>
  <dcterms:created xsi:type="dcterms:W3CDTF">2021-11-09T15:34:18Z</dcterms:created>
  <dcterms:modified xsi:type="dcterms:W3CDTF">2021-12-02T19:16:16Z</dcterms:modified>
</cp:coreProperties>
</file>