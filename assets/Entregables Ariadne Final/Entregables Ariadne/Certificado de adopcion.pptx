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</p:sldIdLst>
  <p:sldSz cx="5040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1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6" autoAdjust="0"/>
    <p:restoredTop sz="94660"/>
  </p:normalViewPr>
  <p:slideViewPr>
    <p:cSldViewPr snapToGrid="0">
      <p:cViewPr>
        <p:scale>
          <a:sx n="106" d="100"/>
          <a:sy n="106" d="100"/>
        </p:scale>
        <p:origin x="269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1178222"/>
            <a:ext cx="4284266" cy="2506427"/>
          </a:xfrm>
          <a:prstGeom prst="rect">
            <a:avLst/>
          </a:prstGeom>
        </p:spPr>
        <p:txBody>
          <a:bodyPr anchor="b"/>
          <a:lstStyle>
            <a:lvl1pPr algn="ctr"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3781306"/>
            <a:ext cx="3780235" cy="17381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1D31660D-F59F-4B05-8313-184387688D47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4889FF2B-86A1-4A80-B708-5BA122EB95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5696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522" y="383299"/>
            <a:ext cx="4347270" cy="139153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522" y="1916484"/>
            <a:ext cx="4347270" cy="456789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1D31660D-F59F-4B05-8313-184387688D47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4889FF2B-86A1-4A80-B708-5BA122EB95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366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794831"/>
            <a:ext cx="4347270" cy="2994714"/>
          </a:xfrm>
          <a:prstGeom prst="rect">
            <a:avLst/>
          </a:prstGeom>
        </p:spPr>
        <p:txBody>
          <a:bodyPr anchor="b"/>
          <a:lstStyle>
            <a:lvl1pPr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4817876"/>
            <a:ext cx="4347270" cy="1574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>
                <a:solidFill>
                  <a:schemeClr val="tx1"/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1D31660D-F59F-4B05-8313-184387688D47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4889FF2B-86A1-4A80-B708-5BA122EB95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371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522" y="383299"/>
            <a:ext cx="4347270" cy="139153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1916484"/>
            <a:ext cx="2142133" cy="456789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1916484"/>
            <a:ext cx="2142133" cy="456789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1D31660D-F59F-4B05-8313-184387688D47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4889FF2B-86A1-4A80-B708-5BA122EB95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7719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83299"/>
            <a:ext cx="4347270" cy="139153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764832"/>
            <a:ext cx="2132288" cy="86491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2629749"/>
            <a:ext cx="2132288" cy="38679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764832"/>
            <a:ext cx="2142790" cy="86491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2629749"/>
            <a:ext cx="2142790" cy="38679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1D31660D-F59F-4B05-8313-184387688D47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4889FF2B-86A1-4A80-B708-5BA122EB95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9673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522" y="383299"/>
            <a:ext cx="4347270" cy="139153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1D31660D-F59F-4B05-8313-184387688D47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4889FF2B-86A1-4A80-B708-5BA122EB95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428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1D31660D-F59F-4B05-8313-184387688D47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4889FF2B-86A1-4A80-B708-5BA122EB95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088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79954"/>
            <a:ext cx="1625632" cy="1679840"/>
          </a:xfrm>
          <a:prstGeom prst="rect">
            <a:avLst/>
          </a:prstGeo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1036570"/>
            <a:ext cx="2551658" cy="5116178"/>
          </a:xfrm>
          <a:prstGeom prst="rect">
            <a:avLst/>
          </a:prstGeo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159794"/>
            <a:ext cx="1625632" cy="4001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1D31660D-F59F-4B05-8313-184387688D47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4889FF2B-86A1-4A80-B708-5BA122EB95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629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79954"/>
            <a:ext cx="1625632" cy="1679840"/>
          </a:xfrm>
          <a:prstGeom prst="rect">
            <a:avLst/>
          </a:prstGeo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1036570"/>
            <a:ext cx="2551658" cy="511617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159794"/>
            <a:ext cx="1625632" cy="4001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1D31660D-F59F-4B05-8313-184387688D47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4889FF2B-86A1-4A80-B708-5BA122EB95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567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522" y="383299"/>
            <a:ext cx="4347270" cy="139153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1916484"/>
            <a:ext cx="4347270" cy="456789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1D31660D-F59F-4B05-8313-184387688D47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4889FF2B-86A1-4A80-B708-5BA122EB95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474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383297"/>
            <a:ext cx="1086817" cy="6101085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383297"/>
            <a:ext cx="3197449" cy="610108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6522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1D31660D-F59F-4B05-8313-184387688D47}" type="datetimeFigureOut">
              <a:rPr lang="es-CO" smtClean="0"/>
              <a:t>11/09/2021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69604" y="6672698"/>
            <a:ext cx="1701106" cy="38329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59721" y="6672698"/>
            <a:ext cx="1134070" cy="383297"/>
          </a:xfrm>
          <a:prstGeom prst="rect">
            <a:avLst/>
          </a:prstGeom>
        </p:spPr>
        <p:txBody>
          <a:bodyPr/>
          <a:lstStyle/>
          <a:p>
            <a:fld id="{4889FF2B-86A1-4A80-B708-5BA122EB95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2215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3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BE45096-59DD-4793-83FB-E4A134ACFA4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98" y="0"/>
            <a:ext cx="5039214" cy="719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2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9375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León || TRIBU</dc:creator>
  <cp:lastModifiedBy>Manuel León || TRIBU</cp:lastModifiedBy>
  <cp:revision>3</cp:revision>
  <dcterms:created xsi:type="dcterms:W3CDTF">2021-09-11T15:15:57Z</dcterms:created>
  <dcterms:modified xsi:type="dcterms:W3CDTF">2021-09-11T15:35:33Z</dcterms:modified>
</cp:coreProperties>
</file>